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presProps" Target="presProps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291" Type="http://schemas.openxmlformats.org/officeDocument/2006/relationships/slide" Target="slides/slide290.xml"/><Relationship Id="rId305" Type="http://schemas.openxmlformats.org/officeDocument/2006/relationships/viewProps" Target="viewProps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theme" Target="theme/theme1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tableStyles" Target="tableStyles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slide" Target="slide20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3.xml"/><Relationship Id="rId2" Type="http://schemas.openxmlformats.org/officeDocument/2006/relationships/slide" Target="slide20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04.xml"/><Relationship Id="rId2" Type="http://schemas.openxmlformats.org/officeDocument/2006/relationships/slide" Target="slide20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05.xml"/><Relationship Id="rId2" Type="http://schemas.openxmlformats.org/officeDocument/2006/relationships/slide" Target="slide20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06.xml"/><Relationship Id="rId2" Type="http://schemas.openxmlformats.org/officeDocument/2006/relationships/slide" Target="slide20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07.xml"/><Relationship Id="rId2" Type="http://schemas.openxmlformats.org/officeDocument/2006/relationships/slide" Target="slide20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slide" Target="slide20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09.xml"/><Relationship Id="rId2" Type="http://schemas.openxmlformats.org/officeDocument/2006/relationships/slide" Target="slide20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0.xml"/><Relationship Id="rId2" Type="http://schemas.openxmlformats.org/officeDocument/2006/relationships/slide" Target="slide2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1.xml"/><Relationship Id="rId2" Type="http://schemas.openxmlformats.org/officeDocument/2006/relationships/slide" Target="slide2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2.xml"/><Relationship Id="rId2" Type="http://schemas.openxmlformats.org/officeDocument/2006/relationships/slide" Target="slide2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13.xml"/><Relationship Id="rId2" Type="http://schemas.openxmlformats.org/officeDocument/2006/relationships/slide" Target="slide2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14.xml"/><Relationship Id="rId2" Type="http://schemas.openxmlformats.org/officeDocument/2006/relationships/slide" Target="slide2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15.xml"/><Relationship Id="rId2" Type="http://schemas.openxmlformats.org/officeDocument/2006/relationships/slide" Target="slide2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16.xml"/><Relationship Id="rId2" Type="http://schemas.openxmlformats.org/officeDocument/2006/relationships/slide" Target="slide2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17.xml"/><Relationship Id="rId2" Type="http://schemas.openxmlformats.org/officeDocument/2006/relationships/slide" Target="slide2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18.xml"/><Relationship Id="rId2" Type="http://schemas.openxmlformats.org/officeDocument/2006/relationships/slide" Target="slide2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19.xml"/><Relationship Id="rId2" Type="http://schemas.openxmlformats.org/officeDocument/2006/relationships/slide" Target="slide2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20.xml"/><Relationship Id="rId2" Type="http://schemas.openxmlformats.org/officeDocument/2006/relationships/slide" Target="slide2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21.xml"/><Relationship Id="rId2" Type="http://schemas.openxmlformats.org/officeDocument/2006/relationships/slide" Target="slide2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22.xml"/><Relationship Id="rId2" Type="http://schemas.openxmlformats.org/officeDocument/2006/relationships/slide" Target="slide2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23.xml"/><Relationship Id="rId2" Type="http://schemas.openxmlformats.org/officeDocument/2006/relationships/slide" Target="slide2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24.xml"/><Relationship Id="rId2" Type="http://schemas.openxmlformats.org/officeDocument/2006/relationships/slide" Target="slide2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25.xml"/><Relationship Id="rId2" Type="http://schemas.openxmlformats.org/officeDocument/2006/relationships/slide" Target="slide1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26.xml"/><Relationship Id="rId2" Type="http://schemas.openxmlformats.org/officeDocument/2006/relationships/slide" Target="slide2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27.xml"/><Relationship Id="rId2" Type="http://schemas.openxmlformats.org/officeDocument/2006/relationships/slide" Target="slide1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28.xml"/><Relationship Id="rId2" Type="http://schemas.openxmlformats.org/officeDocument/2006/relationships/slide" Target="slide2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29.xml"/><Relationship Id="rId2" Type="http://schemas.openxmlformats.org/officeDocument/2006/relationships/slide" Target="slide1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30.xml"/><Relationship Id="rId2" Type="http://schemas.openxmlformats.org/officeDocument/2006/relationships/slide" Target="slide2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31.xml"/><Relationship Id="rId2" Type="http://schemas.openxmlformats.org/officeDocument/2006/relationships/slide" Target="slide2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32.xml"/><Relationship Id="rId2" Type="http://schemas.openxmlformats.org/officeDocument/2006/relationships/slide" Target="slide2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33.xml"/><Relationship Id="rId2" Type="http://schemas.openxmlformats.org/officeDocument/2006/relationships/slide" Target="slide2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34.xml"/><Relationship Id="rId2" Type="http://schemas.openxmlformats.org/officeDocument/2006/relationships/slide" Target="slide2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35.xml"/><Relationship Id="rId2" Type="http://schemas.openxmlformats.org/officeDocument/2006/relationships/slide" Target="slide2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36.xml"/><Relationship Id="rId2" Type="http://schemas.openxmlformats.org/officeDocument/2006/relationships/slide" Target="slide2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37.xml"/><Relationship Id="rId2" Type="http://schemas.openxmlformats.org/officeDocument/2006/relationships/slide" Target="slide2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38.xml"/><Relationship Id="rId2" Type="http://schemas.openxmlformats.org/officeDocument/2006/relationships/slide" Target="slide2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39.xml"/><Relationship Id="rId2" Type="http://schemas.openxmlformats.org/officeDocument/2006/relationships/slide" Target="slide2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40.xml"/><Relationship Id="rId2" Type="http://schemas.openxmlformats.org/officeDocument/2006/relationships/slide" Target="slide2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41.xml"/><Relationship Id="rId2" Type="http://schemas.openxmlformats.org/officeDocument/2006/relationships/slide" Target="slide2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42.xml"/><Relationship Id="rId2" Type="http://schemas.openxmlformats.org/officeDocument/2006/relationships/slide" Target="slide2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43.xml"/><Relationship Id="rId2" Type="http://schemas.openxmlformats.org/officeDocument/2006/relationships/slide" Target="slide2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44.xml"/><Relationship Id="rId2" Type="http://schemas.openxmlformats.org/officeDocument/2006/relationships/slide" Target="slide2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145.xml"/><Relationship Id="rId2" Type="http://schemas.openxmlformats.org/officeDocument/2006/relationships/slide" Target="slide2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46.xml"/><Relationship Id="rId2" Type="http://schemas.openxmlformats.org/officeDocument/2006/relationships/slide" Target="slide1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47.xml"/><Relationship Id="rId2" Type="http://schemas.openxmlformats.org/officeDocument/2006/relationships/slide" Target="slide2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148.xml"/><Relationship Id="rId2" Type="http://schemas.openxmlformats.org/officeDocument/2006/relationships/slide" Target="slide2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149.xml"/><Relationship Id="rId2" Type="http://schemas.openxmlformats.org/officeDocument/2006/relationships/slide" Target="slide2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250.xml"/><Relationship Id="rId2" Type="http://schemas.openxmlformats.org/officeDocument/2006/relationships/slide" Target="slide1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151.xml"/><Relationship Id="rId2" Type="http://schemas.openxmlformats.org/officeDocument/2006/relationships/slide" Target="slide2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52.xml"/><Relationship Id="rId2" Type="http://schemas.openxmlformats.org/officeDocument/2006/relationships/slide" Target="slide2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153.xml"/><Relationship Id="rId2" Type="http://schemas.openxmlformats.org/officeDocument/2006/relationships/slide" Target="slide2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154.xml"/><Relationship Id="rId2" Type="http://schemas.openxmlformats.org/officeDocument/2006/relationships/slide" Target="slide2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155.xml"/><Relationship Id="rId2" Type="http://schemas.openxmlformats.org/officeDocument/2006/relationships/slide" Target="slide2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156.xml"/><Relationship Id="rId2" Type="http://schemas.openxmlformats.org/officeDocument/2006/relationships/slide" Target="slide2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257.xml"/><Relationship Id="rId2" Type="http://schemas.openxmlformats.org/officeDocument/2006/relationships/slide" Target="slide1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258.xml"/><Relationship Id="rId2" Type="http://schemas.openxmlformats.org/officeDocument/2006/relationships/slide" Target="slide1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259.xml"/><Relationship Id="rId2" Type="http://schemas.openxmlformats.org/officeDocument/2006/relationships/slide" Target="slide1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160.xml"/><Relationship Id="rId2" Type="http://schemas.openxmlformats.org/officeDocument/2006/relationships/slide" Target="slide2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161.xml"/><Relationship Id="rId2" Type="http://schemas.openxmlformats.org/officeDocument/2006/relationships/slide" Target="slide2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162.xml"/><Relationship Id="rId2" Type="http://schemas.openxmlformats.org/officeDocument/2006/relationships/slide" Target="slide2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163.xml"/><Relationship Id="rId2" Type="http://schemas.openxmlformats.org/officeDocument/2006/relationships/slide" Target="slide2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164.xml"/><Relationship Id="rId2" Type="http://schemas.openxmlformats.org/officeDocument/2006/relationships/slide" Target="slide2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165.xml"/><Relationship Id="rId2" Type="http://schemas.openxmlformats.org/officeDocument/2006/relationships/slide" Target="slide2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166.xml"/><Relationship Id="rId2" Type="http://schemas.openxmlformats.org/officeDocument/2006/relationships/slide" Target="slide2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167.xml"/><Relationship Id="rId2" Type="http://schemas.openxmlformats.org/officeDocument/2006/relationships/slide" Target="slide2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168.xml"/><Relationship Id="rId2" Type="http://schemas.openxmlformats.org/officeDocument/2006/relationships/slide" Target="slide2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269.xml"/><Relationship Id="rId2" Type="http://schemas.openxmlformats.org/officeDocument/2006/relationships/slide" Target="slide1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170.xml"/><Relationship Id="rId2" Type="http://schemas.openxmlformats.org/officeDocument/2006/relationships/slide" Target="slide2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171.xml"/><Relationship Id="rId2" Type="http://schemas.openxmlformats.org/officeDocument/2006/relationships/slide" Target="slide2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172.xml"/><Relationship Id="rId2" Type="http://schemas.openxmlformats.org/officeDocument/2006/relationships/slide" Target="slide2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173.xml"/><Relationship Id="rId2" Type="http://schemas.openxmlformats.org/officeDocument/2006/relationships/slide" Target="slide2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174.xml"/><Relationship Id="rId2" Type="http://schemas.openxmlformats.org/officeDocument/2006/relationships/slide" Target="slide2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175.xml"/><Relationship Id="rId2" Type="http://schemas.openxmlformats.org/officeDocument/2006/relationships/slide" Target="slide2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176.xml"/><Relationship Id="rId2" Type="http://schemas.openxmlformats.org/officeDocument/2006/relationships/slide" Target="slide2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177.xml"/><Relationship Id="rId2" Type="http://schemas.openxmlformats.org/officeDocument/2006/relationships/slide" Target="slide2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178.xml"/><Relationship Id="rId2" Type="http://schemas.openxmlformats.org/officeDocument/2006/relationships/slide" Target="slide2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179.xml"/><Relationship Id="rId2" Type="http://schemas.openxmlformats.org/officeDocument/2006/relationships/slide" Target="slide2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180.xml"/><Relationship Id="rId2" Type="http://schemas.openxmlformats.org/officeDocument/2006/relationships/slide" Target="slide2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181.xml"/><Relationship Id="rId2" Type="http://schemas.openxmlformats.org/officeDocument/2006/relationships/slide" Target="slide2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182.xml"/><Relationship Id="rId2" Type="http://schemas.openxmlformats.org/officeDocument/2006/relationships/slide" Target="slide2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183.xml"/><Relationship Id="rId2" Type="http://schemas.openxmlformats.org/officeDocument/2006/relationships/slide" Target="slide2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184.xml"/><Relationship Id="rId2" Type="http://schemas.openxmlformats.org/officeDocument/2006/relationships/slide" Target="slide2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185.xml"/><Relationship Id="rId2" Type="http://schemas.openxmlformats.org/officeDocument/2006/relationships/slide" Target="slide2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186.xml"/><Relationship Id="rId2" Type="http://schemas.openxmlformats.org/officeDocument/2006/relationships/slide" Target="slide2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187.xml"/><Relationship Id="rId2" Type="http://schemas.openxmlformats.org/officeDocument/2006/relationships/slide" Target="slide2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188.xml"/><Relationship Id="rId2" Type="http://schemas.openxmlformats.org/officeDocument/2006/relationships/slide" Target="slide2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189.xml"/><Relationship Id="rId2" Type="http://schemas.openxmlformats.org/officeDocument/2006/relationships/slide" Target="slide2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190.xml"/><Relationship Id="rId2" Type="http://schemas.openxmlformats.org/officeDocument/2006/relationships/slide" Target="slide2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191.xml"/><Relationship Id="rId2" Type="http://schemas.openxmlformats.org/officeDocument/2006/relationships/slide" Target="slide2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192.xml"/><Relationship Id="rId2" Type="http://schemas.openxmlformats.org/officeDocument/2006/relationships/slide" Target="slide2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193.xml"/><Relationship Id="rId2" Type="http://schemas.openxmlformats.org/officeDocument/2006/relationships/slide" Target="slide2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194.xml"/><Relationship Id="rId2" Type="http://schemas.openxmlformats.org/officeDocument/2006/relationships/slide" Target="slide2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195.xml"/><Relationship Id="rId2" Type="http://schemas.openxmlformats.org/officeDocument/2006/relationships/slide" Target="slide2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296.xml"/><Relationship Id="rId2" Type="http://schemas.openxmlformats.org/officeDocument/2006/relationships/slide" Target="slide1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297.xml"/><Relationship Id="rId2" Type="http://schemas.openxmlformats.org/officeDocument/2006/relationships/slide" Target="slide1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198.xml"/><Relationship Id="rId2" Type="http://schemas.openxmlformats.org/officeDocument/2006/relationships/slide" Target="slide29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199.xml"/><Relationship Id="rId2" Type="http://schemas.openxmlformats.org/officeDocument/2006/relationships/slide" Target="slide2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200.xml"/><Relationship Id="rId2" Type="http://schemas.openxmlformats.org/officeDocument/2006/relationships/slide" Target="slide30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201.xml"/><Relationship Id="rId2" Type="http://schemas.openxmlformats.org/officeDocument/2006/relationships/slide" Target="slide30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" Target="slide47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" Target="slide60.xml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" Target="slide65.xml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" Target="slide67.xml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7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slideLayout" Target="../slideLayouts/slideLayout7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7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slide" Target="slide77.xml"/><Relationship Id="rId1" Type="http://schemas.openxmlformats.org/officeDocument/2006/relationships/slideLayout" Target="../slideLayouts/slideLayout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" Target="slide78.xml"/><Relationship Id="rId1" Type="http://schemas.openxmlformats.org/officeDocument/2006/relationships/slideLayout" Target="../slideLayouts/slideLayout7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slideLayout" Target="../slideLayouts/slideLayout7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7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slide" Target="slide81.xml"/><Relationship Id="rId1" Type="http://schemas.openxmlformats.org/officeDocument/2006/relationships/slideLayout" Target="../slideLayouts/slideLayout7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slide" Target="slide82.xml"/><Relationship Id="rId1" Type="http://schemas.openxmlformats.org/officeDocument/2006/relationships/slideLayout" Target="../slideLayouts/slideLayout7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slide" Target="slide83.xml"/><Relationship Id="rId1" Type="http://schemas.openxmlformats.org/officeDocument/2006/relationships/slideLayout" Target="../slideLayouts/slideLayout7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slide" Target="slide84.xml"/><Relationship Id="rId1" Type="http://schemas.openxmlformats.org/officeDocument/2006/relationships/slideLayout" Target="../slideLayouts/slideLayout7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slideLayout" Target="../slideLayouts/slideLayout7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slide" Target="slide86.xml"/><Relationship Id="rId1" Type="http://schemas.openxmlformats.org/officeDocument/2006/relationships/slideLayout" Target="../slideLayouts/slideLayout7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slide" Target="slide87.xml"/><Relationship Id="rId1" Type="http://schemas.openxmlformats.org/officeDocument/2006/relationships/slideLayout" Target="../slideLayouts/slideLayout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slide" Target="slide88.xml"/><Relationship Id="rId1" Type="http://schemas.openxmlformats.org/officeDocument/2006/relationships/slideLayout" Target="../slideLayouts/slideLayout7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slide" Target="slide89.xml"/><Relationship Id="rId1" Type="http://schemas.openxmlformats.org/officeDocument/2006/relationships/slideLayout" Target="../slideLayouts/slideLayout7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slideLayout" Target="../slideLayouts/slideLayout7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slide" Target="slide91.xml"/><Relationship Id="rId1" Type="http://schemas.openxmlformats.org/officeDocument/2006/relationships/slideLayout" Target="../slideLayouts/slideLayout7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7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slide" Target="slide93.xml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slideLayout" Target="../slideLayouts/slideLayout7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slide" Target="slide95.xml"/><Relationship Id="rId1" Type="http://schemas.openxmlformats.org/officeDocument/2006/relationships/slideLayout" Target="../slideLayouts/slideLayout7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slide" Target="slide96.xml"/><Relationship Id="rId1" Type="http://schemas.openxmlformats.org/officeDocument/2006/relationships/slideLayout" Target="../slideLayouts/slideLayout7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slide" Target="slide97.xml"/><Relationship Id="rId1" Type="http://schemas.openxmlformats.org/officeDocument/2006/relationships/slideLayout" Target="../slideLayouts/slideLayout7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7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slide" Target="slide99.xml"/><Relationship Id="rId1" Type="http://schemas.openxmlformats.org/officeDocument/2006/relationships/slideLayout" Target="../slideLayouts/slideLayout7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slide" Target="slide100.xml"/><Relationship Id="rId1" Type="http://schemas.openxmlformats.org/officeDocument/2006/relationships/slideLayout" Target="../slideLayouts/slideLayout7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slide" Target="slide101.xml"/><Relationship Id="rId1" Type="http://schemas.openxmlformats.org/officeDocument/2006/relationships/slideLayout" Target="../slideLayouts/slideLayout7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slide" Target="slide302.xml"/><Relationship Id="rId1" Type="http://schemas.openxmlformats.org/officeDocument/2006/relationships/slideLayout" Target="../slideLayouts/slideLayout7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7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7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7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7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7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7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7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1" Type="http://schemas.openxmlformats.org/officeDocument/2006/relationships/slideLayout" Target="../slideLayouts/slideLayout7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slide" Target="slide32.xml"/><Relationship Id="rId1" Type="http://schemas.openxmlformats.org/officeDocument/2006/relationships/slideLayout" Target="../slideLayouts/slideLayout7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7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7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slide" Target="slide36.xml"/><Relationship Id="rId1" Type="http://schemas.openxmlformats.org/officeDocument/2006/relationships/slideLayout" Target="../slideLayouts/slideLayout7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7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7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slide" Target="slide40.xml"/><Relationship Id="rId1" Type="http://schemas.openxmlformats.org/officeDocument/2006/relationships/slideLayout" Target="../slideLayouts/slideLayout7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7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7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7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slide" Target="slide44.xml"/><Relationship Id="rId1" Type="http://schemas.openxmlformats.org/officeDocument/2006/relationships/slideLayout" Target="../slideLayouts/slideLayout7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slide" Target="slide47.xml"/><Relationship Id="rId1" Type="http://schemas.openxmlformats.org/officeDocument/2006/relationships/slideLayout" Target="../slideLayouts/slideLayout7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slide" Target="slide48.xml"/><Relationship Id="rId1" Type="http://schemas.openxmlformats.org/officeDocument/2006/relationships/slideLayout" Target="../slideLayouts/slideLayout7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slide" Target="slide49.xml"/><Relationship Id="rId1" Type="http://schemas.openxmlformats.org/officeDocument/2006/relationships/slideLayout" Target="../slideLayouts/slideLayout7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slide" Target="slide50.xml"/><Relationship Id="rId1" Type="http://schemas.openxmlformats.org/officeDocument/2006/relationships/slideLayout" Target="../slideLayouts/slideLayout7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7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slide" Target="slide52.xml"/><Relationship Id="rId1" Type="http://schemas.openxmlformats.org/officeDocument/2006/relationships/slideLayout" Target="../slideLayouts/slideLayout7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slideLayout" Target="../slideLayouts/slideLayout7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7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7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slide" Target="slide56.xml"/><Relationship Id="rId1" Type="http://schemas.openxmlformats.org/officeDocument/2006/relationships/slideLayout" Target="../slideLayouts/slideLayout7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7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slide" Target="slide58.xml"/><Relationship Id="rId1" Type="http://schemas.openxmlformats.org/officeDocument/2006/relationships/slideLayout" Target="../slideLayouts/slideLayout7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7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slide" Target="slide60.xml"/><Relationship Id="rId1" Type="http://schemas.openxmlformats.org/officeDocument/2006/relationships/slideLayout" Target="../slideLayouts/slideLayout7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slide" Target="slide61.xml"/><Relationship Id="rId1" Type="http://schemas.openxmlformats.org/officeDocument/2006/relationships/slideLayout" Target="../slideLayouts/slideLayout7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slide" Target="slide62.xml"/><Relationship Id="rId1" Type="http://schemas.openxmlformats.org/officeDocument/2006/relationships/slideLayout" Target="../slideLayouts/slideLayout7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slide" Target="slide63.xml"/><Relationship Id="rId1" Type="http://schemas.openxmlformats.org/officeDocument/2006/relationships/slideLayout" Target="../slideLayouts/slideLayout7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slide" Target="slide65.xml"/><Relationship Id="rId1" Type="http://schemas.openxmlformats.org/officeDocument/2006/relationships/slideLayout" Target="../slideLayouts/slideLayout7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slide" Target="slide66.xml"/><Relationship Id="rId1" Type="http://schemas.openxmlformats.org/officeDocument/2006/relationships/slideLayout" Target="../slideLayouts/slideLayout7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slide" Target="slide67.xml"/><Relationship Id="rId1" Type="http://schemas.openxmlformats.org/officeDocument/2006/relationships/slideLayout" Target="../slideLayouts/slideLayout7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7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slide" Target="slide69.xml"/><Relationship Id="rId1" Type="http://schemas.openxmlformats.org/officeDocument/2006/relationships/slideLayout" Target="../slideLayouts/slideLayout7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slide" Target="slide70.xml"/><Relationship Id="rId1" Type="http://schemas.openxmlformats.org/officeDocument/2006/relationships/slideLayout" Target="../slideLayouts/slideLayout7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7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slide" Target="slide73.xml"/><Relationship Id="rId1" Type="http://schemas.openxmlformats.org/officeDocument/2006/relationships/slideLayout" Target="../slideLayouts/slideLayout7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7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slide" Target="slide75.xml"/><Relationship Id="rId1" Type="http://schemas.openxmlformats.org/officeDocument/2006/relationships/slideLayout" Target="../slideLayouts/slideLayout7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slide" Target="slide76.xml"/><Relationship Id="rId1" Type="http://schemas.openxmlformats.org/officeDocument/2006/relationships/slideLayout" Target="../slideLayouts/slideLayout7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slide" Target="slide77.xml"/><Relationship Id="rId1" Type="http://schemas.openxmlformats.org/officeDocument/2006/relationships/slideLayout" Target="../slideLayouts/slideLayout7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slide" Target="slide78.xml"/><Relationship Id="rId1" Type="http://schemas.openxmlformats.org/officeDocument/2006/relationships/slideLayout" Target="../slideLayouts/slideLayout7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slideLayout" Target="../slideLayouts/slideLayout7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7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slide" Target="slide81.xml"/><Relationship Id="rId1" Type="http://schemas.openxmlformats.org/officeDocument/2006/relationships/slideLayout" Target="../slideLayouts/slideLayout7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slide" Target="slide82.xml"/><Relationship Id="rId1" Type="http://schemas.openxmlformats.org/officeDocument/2006/relationships/slideLayout" Target="../slideLayouts/slideLayout7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slide" Target="slide83.xml"/><Relationship Id="rId1" Type="http://schemas.openxmlformats.org/officeDocument/2006/relationships/slideLayout" Target="../slideLayouts/slideLayout7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slide" Target="slide84.xml"/><Relationship Id="rId1" Type="http://schemas.openxmlformats.org/officeDocument/2006/relationships/slideLayout" Target="../slideLayouts/slideLayout7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slide" Target="slide85.xml"/><Relationship Id="rId1" Type="http://schemas.openxmlformats.org/officeDocument/2006/relationships/slideLayout" Target="../slideLayouts/slideLayout7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slide" Target="slide86.xml"/><Relationship Id="rId1" Type="http://schemas.openxmlformats.org/officeDocument/2006/relationships/slideLayout" Target="../slideLayouts/slideLayout7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slide" Target="slide87.xml"/><Relationship Id="rId1" Type="http://schemas.openxmlformats.org/officeDocument/2006/relationships/slideLayout" Target="../slideLayouts/slideLayout7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slide" Target="slide88.xml"/><Relationship Id="rId1" Type="http://schemas.openxmlformats.org/officeDocument/2006/relationships/slideLayout" Target="../slideLayouts/slideLayout7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slide" Target="slide89.xml"/><Relationship Id="rId1" Type="http://schemas.openxmlformats.org/officeDocument/2006/relationships/slideLayout" Target="../slideLayouts/slideLayout7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slide" Target="slide90.xml"/><Relationship Id="rId1" Type="http://schemas.openxmlformats.org/officeDocument/2006/relationships/slideLayout" Target="../slideLayouts/slideLayout7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slide" Target="slide91.xml"/><Relationship Id="rId1" Type="http://schemas.openxmlformats.org/officeDocument/2006/relationships/slideLayout" Target="../slideLayouts/slideLayout7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slide" Target="slide92.xml"/><Relationship Id="rId1" Type="http://schemas.openxmlformats.org/officeDocument/2006/relationships/slideLayout" Target="../slideLayouts/slideLayout7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slide" Target="slide93.xml"/><Relationship Id="rId1" Type="http://schemas.openxmlformats.org/officeDocument/2006/relationships/slideLayout" Target="../slideLayouts/slideLayout7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slide" Target="slide94.xml"/><Relationship Id="rId1" Type="http://schemas.openxmlformats.org/officeDocument/2006/relationships/slideLayout" Target="../slideLayouts/slideLayout7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slide" Target="slide95.xml"/><Relationship Id="rId1" Type="http://schemas.openxmlformats.org/officeDocument/2006/relationships/slideLayout" Target="../slideLayouts/slideLayout7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slide" Target="slide96.xml"/><Relationship Id="rId1" Type="http://schemas.openxmlformats.org/officeDocument/2006/relationships/slideLayout" Target="../slideLayouts/slideLayout7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slide" Target="slide97.xml"/><Relationship Id="rId1" Type="http://schemas.openxmlformats.org/officeDocument/2006/relationships/slideLayout" Target="../slideLayouts/slideLayout7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slide" Target="slide98.xml"/><Relationship Id="rId1" Type="http://schemas.openxmlformats.org/officeDocument/2006/relationships/slideLayout" Target="../slideLayouts/slideLayout7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slide" Target="slide99.xml"/><Relationship Id="rId1" Type="http://schemas.openxmlformats.org/officeDocument/2006/relationships/slideLayout" Target="../slideLayouts/slideLayout7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slide" Target="slide100.xml"/><Relationship Id="rId1" Type="http://schemas.openxmlformats.org/officeDocument/2006/relationships/slideLayout" Target="../slideLayouts/slideLayout7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slide" Target="slide101.xml"/><Relationship Id="rId1" Type="http://schemas.openxmlformats.org/officeDocument/2006/relationships/slideLayout" Target="../slideLayouts/slideLayout7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slide" Target="slide302.xml"/><Relationship Id="rId1" Type="http://schemas.openxmlformats.org/officeDocument/2006/relationships/slideLayout" Target="../slideLayouts/slideLayout7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EA5E9"/>
                </a:solidFill>
              </a:defRPr>
            </a:pPr>
            <a:r>
              <a:t>Python Basics - 100 MCQ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FAFC"/>
                </a:solidFill>
              </a:defRPr>
            </a:pPr>
            <a:r>
              <a:t>Variables, Strings, Conditionals, Lists, Tuples &amp; Dictionaries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3977639" y="3977639"/>
            <a:ext cx="4251960" cy="96012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400" b="1">
                <a:solidFill>
                  <a:srgbClr val="F8FAFC"/>
                </a:solidFill>
              </a:defRPr>
            </a:pPr>
            <a:r>
              <a:t>START QUIZ 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16636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8FAFC"/>
                </a:solidFill>
              </a:defRPr>
            </a:pPr>
            <a:r>
              <a:t>Click Start Quiz, then choose A, B, C or 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Q1. In Python, which key combination is used to comment out code in VS Code?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Shift + /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Ctrl + /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Alt + /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Tab +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Q2. Which bracket symbol is referred to as 'Parenthesis'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[ ]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{ }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( 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&lt;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Q3. What symbol is used to define a block of code (functions, loops, if statements)?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Semicolon (;)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Colon (:)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Comma (,)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Hash (#)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Q4. What is the output of `print(a % b)` when `a = 4` and `b = 2`?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2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8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Q5. What does the exponentiation operator `**` do in `5 ** 2`?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Multiplies 5 by 2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Divides 5 by 2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Raises 5 to the power 2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Finds remainder of 5/2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Q6. What is the result of `print(5 != 2)`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False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None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SyntaxError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Q7. What does the relational operator `&lt;=` mean?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Less than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Greater than or equal to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Less than or equal to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Not equal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Q8. If `num = 10`, what is the value of `num` after `num += 10`?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10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0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20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Q9. What does `print(not False)` evaluate to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False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None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Q10. Which logical operator returns `True` only if BOTH conditions are true?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or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not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and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Q11. Which logical operator returns `True` if AT LEAST ONE condition is true?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and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not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or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Q12. When Python automatically changes data type during operations, it is called: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Type Casting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Type Conversion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Type Checking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Type Decorating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Q13. Explicitly converting a variable's data type manually is called: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Automatic Conversion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Type Casting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Dynamic Typing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Overloading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Q14. What data type does the `input()` function always return by default?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int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float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str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bool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Q15. How do you properly take an integer input from a user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input(int("..."))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int(input("..."))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integer("...")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str(input("..."))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Q16. What is the output of `type(3.14)`?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&lt;class 'int'&gt;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&lt;class 'str'&gt;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&lt;class 'float'&gt;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&lt;class 'double'&gt;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Q17. How is area of a square calculated if `side = 5` using the power operator?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side * 2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side ** 2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side % 2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side +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Q18. What is the value of `(5 + 5) / 2`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5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5.0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10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2.5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Q19. What result does `print(10 &gt;= 10)`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False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10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Q20. Which of the following is a valid Python variable name?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1name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my_name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my-name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Q21. What process is used to join two strings together using `+`?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Slicing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Indexing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Concatenation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Q22. How are spaces treated in `len("hello world")`?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Ignored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Counted as 1 character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Raises Error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Converts to 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Q23. What is the starting index of a string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1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-1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0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Any number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Q24. If `str = "asunix"`, what is `str[0]`?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'a'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's'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'x'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'u'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Q25. In slicing `str[start:end]`, the `end` index is: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Inclusive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Exclusive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Mandatory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Ignored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Q26. What does `"apna college"[0:4]`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"apna"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"apn"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"apna "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"college"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Q27. What index is used to access the very last character of a string?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0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len(str)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-1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-0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Q28. Which string method converts all characters in a string to uppercase?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upper()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capitalize()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top()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uppercase()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Q29. What does `str.strip()` do?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Deletes string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Removes leading &amp; trailing spaces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Splits string into list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Converts to lower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Q30. Which method replaces occurrences of a substring with a new substring?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change()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replace()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swap()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set()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Q31. What does `str.count("$")` do?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Checks if string starts with $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Returns index of $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Counts occurrences of $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Replaces 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Q32. Which method capitalizes ONLY the first character of a string?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upper()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title()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capitalize()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firstUpper()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Q33. Which conditional statement keyword is checked ONLY IF the previous `if` is False?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else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elif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then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condition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Q34. What happens if an `if` condition is `True` in an `if-elif-else` chain?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Executes all elif blocks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Executes block &amp; skips remaining elif/else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Executes else block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Restarts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Q35. Writing an `if` statement inside another `if` statement is called: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Chaining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Nesting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Looping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Joining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Q36. What is the output for `age = 80` in:</a:t>
            </a:r>
            <a:br/>
            <a:r>
              <a:t>`if age &gt;= 18: if age &gt;= 80: print('cannot drive') else: print('can drive')`?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can drive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cannot drive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Error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No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Q37. How do you check if a number `num` is even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num / 2 == 0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num % 2 ==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num % 2 == 1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num ** 2 ==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Q38. What operator is used to check if a number is a multiple of 7?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num / 7 == 0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num % 7 ==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num * 7 == 0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num // 7 ==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Q39. What does `str.endswith("salt")`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Index position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String slice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Boolean (True/False)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Q40. If `marks = 85`, which condition executes in grade check (`&gt;=90`:A, `&gt;=80`:B, `&gt;=70`:C)?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Grade A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Grade B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Grade C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Grade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Q41. Which bracket is used to define a List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Parentheses ()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Square brackets []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Curly braces {}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Angle brackets &lt;&gt;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Q42. Lists in Python are mutable. What does 'mutable' mean?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Values cannot be changed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Values can be changed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Can only store numbers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Fixed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Q43. Strings are immutable, whereas Lists are: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Immutable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Mutable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Constant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Unordered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Q44. What does `list.append(6)` do?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Adds 6 at index 0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Adds 6 at the end of the list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Deletes element 6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Replaces index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Q45. How do you sort a list in descending order?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list.sort(reverse=True)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list.sort(descending=True)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list.reverse_sort()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list.sort(-1)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Q46. What does `list.reverse()` do?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Sorts list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Clears list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Reverses elements in-place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Creates new empty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Q47. In `list.insert(3, 9)`, what does `3` represent?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Value to insert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Index position to insert at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Number of times to repeat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Element to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Q48. What does `list.remove(4)` do?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Removes element at index 4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Removes first occurrence of value 4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Removes last 4 items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Raises syntax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Q49. What does `list.pop(4)` do?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Removes item at index 4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Removes value 4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Adds 4 to end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Reverses 4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Q50. Which symbol defines a Tuple?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[]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{}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()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&lt;&gt;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Q51. Tuples in Python are: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Mutable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Immutable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Unordered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Dynamic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Q52. What is the data type of `tup = (1)`?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tuple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int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list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Q53. How do you create a single-element tuple correctly?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tup = (1)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tup = (1,)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tup = [1]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tup = {1}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Q54. What does `tup.index(3)`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Count of 3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Index of first occurrence of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True/False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Value after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Q55. What does `tup.count(3)`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Index of 3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Number of occurrences of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Total size of tuple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Error if 3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Q56. What is a Palindrome?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Reads same forward &amp; backward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Number divisible by 2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List with duplicate keys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Sorted 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Q57. How can you copy a list `l1`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l2 = l1.copy()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l2 = l1.clone()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l2 = copy(l1)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l2 = l1.duplicate()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Q58. What is the result of `["a", "b"] + ["c"]`?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["a", "b", "c"]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["abc"]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Error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[["a", "b"], ["c"]]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Q59. What happens if you try to change `tup[0] = 5`?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Changes value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TypeError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Appends 5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Converts to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Q60. What does `len(tup)`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Maximum element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Total number of elements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Memory size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Last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Q61. Dictionaries store data in which format?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Index-Value pairs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Key-Value pairs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Ordered Lists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Single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Q62. How do you access the value associated with key 'name' in dictionary `info`?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info('name')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info["name"]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info.name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info-&gt;name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Q63. Are dictionary keys allowed to be duplicated?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Yes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No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Only integer keys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Only string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Q64. Which brackets are used to define a Dictionary?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[]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()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{}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&lt;&gt;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Q65. How do you create an empty dictionary?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dict = []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dict = ()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dict = {}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dict = set()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Q66. What does `dict.keys()`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All values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All key-value pairs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All keys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Length of dictionary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Q67. What does `dict.values()`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All keys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All values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First key only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Dictionary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Q68. What does `dict.items()` return?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List of tuples of key-value pairs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Keys only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Values only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Total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Q69. What happens when you use `dict.get("key")` for a key that DOES NOT exist?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Raises KeyError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Returns None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Returns False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Crashes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Q70. What happens when you use `dict["key"]` for a key that DOES NOT exist?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Returns None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Raises KeyError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Creates key with value 0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Returns empty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Q71. How do you add or update a key-value pair in a dictionary?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dict.add(k, v)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dict[k] = v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dict.insert(k, v)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dict.append(k, 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Q72. A dictionary inside another dictionary is called: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Double Dict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Nested Dictionary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Linked Dictionary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Extended 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Q73. What is a Set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Ordered collection of duplicates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Unordered collection of unique elements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Key-value mapping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Immutable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Q74. How do you create an empty set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 = {}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s = set()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s = []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 = 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Q75. What happens when duplicate elements are added to a Set?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Throws Error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Duplicates are ignored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Overwrites set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Stored as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Q76. Which method adds an element to a Set?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set.append()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set.add()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set.insert()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set.push()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Q77. Which method combines elements from two sets returning ONLY unique elements?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intersection()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union()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difference()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concat()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Q78. Which method returns common elements present in BOTH sets?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union()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intersection()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difference()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symmetric_difference()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Q79. What does `set.clear()` do?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Deletes set variable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Empties all elements from set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Removes last element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Resets elements to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Q80. Are Set elements mutable or indexable via `set[0]`?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Yes, fully indexable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No, sets are unordered &amp; not indexable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Only integer sets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Yes, with reverse indexing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Q81. What is the output of `bool("")`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True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False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None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Q82. What is the output of `bool("hello")`?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False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1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Q83. Which of the following data types is IMMUTABLE?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List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Dictionary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Tuple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Q84. Which of the following data types is MUTABLE?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String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Tuple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Int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Q85. What result does `3 * "a"` produce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Error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"aaa"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"a3"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Q86. What is integer division operator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/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//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%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div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Q87. What is the output of `7 // 2`?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3.5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4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Q88. What is the output of `7 % 2`?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3.5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3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1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Q89. How do you find the data type of any object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typeof(obj)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type(obj)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datatype(obj)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class(obj)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Q90. What is the default value returned by a function that doesn't return anything?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0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False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None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Empty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Q91. Which keyword is used to start a function definition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function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def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define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fun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Q92. What does the `len()` function return for a dictionary `{"a": 1, "b": 2}`?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1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2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4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Q93. Which statement is used to exit a loop prematurely?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stop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break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exit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Q94. Which statement skips the rest of current loop iteration and moves to next?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skip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pass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continue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Q95. Which placeholder statement does nothing in Python syntax?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pass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continue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null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break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Q96. What does `str.lower()` return if string is already lowercase?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New string unmodified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Error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None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Upper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Q97. What is the result of `10 == "10"` in Python?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True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False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TypeError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Q98. Which operator tests object identity (same memory location)?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==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in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equals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Q99. Which operator checks membership of an item in a sequence?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contains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in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has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Q100. What is the result of `"py" in "python"`?</a:t>
            </a:r>
          </a:p>
        </p:txBody>
      </p:sp>
      <p:sp>
        <p:nvSpPr>
          <p:cNvPr id="4" name="Rounded Rectangle 3">
            <a:hlinkClick r:id="rId2" action="ppaction://hlinksldjump"/>
          </p:cNvPr>
          <p:cNvSpPr/>
          <p:nvPr/>
        </p:nvSpPr>
        <p:spPr>
          <a:xfrm>
            <a:off x="7315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A) False</a:t>
            </a:r>
          </a:p>
        </p:txBody>
      </p:sp>
      <p:sp>
        <p:nvSpPr>
          <p:cNvPr id="5" name="Rounded Rectangle 4">
            <a:hlinkClick r:id="rId3" action="ppaction://hlinksldjump"/>
          </p:cNvPr>
          <p:cNvSpPr/>
          <p:nvPr/>
        </p:nvSpPr>
        <p:spPr>
          <a:xfrm>
            <a:off x="6217920" y="24688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C) Index 0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D)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553212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Choose an answer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Ctrl + /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( 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Colon (:)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Raises 5 to the power 2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Less than or equal to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20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and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or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Type Conversion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Type Casting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str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int(input("..."))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&lt;class 'float'&gt;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side ** 2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5.0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my_name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Concatenation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Counted as 1 character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'a'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Exclusive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"apna"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-1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upper()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Removes leading &amp; trailing spaces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replace()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Counts occurrences of $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capitalize()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elif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Executes block &amp; skips remaining elif/else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Nesting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cannot drive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num % 2 ==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num % 7 ==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Boolean (True/False)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Grade B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Square brackets []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Values can be changed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Mutable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Adds 6 at the end of the list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list.sort(reverse=True)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Reverses elements in-place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Index position to insert at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Removes first occurrence of value 4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Removes item at index 4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Immutable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tup = (1,)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Index of first occurrence of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Number of occurrences of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Reads same forward &amp; backward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l2 = l1.copy()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["a", "b", "c"]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TypeError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Total number of elements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Key-Value pairs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info["name"]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No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{}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dict = {}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All keys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All values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List of tuples of key-value pairs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Returns None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Raises KeyError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dict[k] = v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Nested Dictionary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Unordered collection of unique elements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s = set()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Duplicates are ignored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set.add()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union()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intersection()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Empties all elements from set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No, sets are unordered &amp; not indexable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False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Tuple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D) List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"aaa"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//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1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type(obj)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None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def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2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break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continue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pass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New string unmodified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False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66534"/>
                </a:solidFill>
              </a:defRPr>
            </a:pPr>
            <a:r>
              <a:t>✓ CORRECT!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166534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FINISH QUIZ  →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Ctrl + /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( 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Colon (:)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Raises 5 to the power 2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Less than or equal to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20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and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or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Type Conversion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Type Casting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str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int(input("..."))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&lt;class 'float'&gt;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side ** 2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5.0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my_name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Concatenation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Counted as 1 character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'a'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Exclusive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"apna"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-1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upper()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Removes leading &amp; trailing spaces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replace()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Counts occurrences of $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capitalize()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elif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Executes block &amp; skips remaining elif/else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Nesting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cannot drive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num % 2 ==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num % 7 == 0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Boolean (True/False)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Grade B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Square brackets []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Values can be changed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Mutable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Adds 6 at the end of the list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list.sort(reverse=True)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Reverses elements in-place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Index position to insert at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Removes first occurrence of value 4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Removes item at index 4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Immutable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tup = (1,)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Index of first occurrence of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Number of occurrences of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Reads same forward &amp; backward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l2 = l1.copy()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["a", "b", "c"]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TypeError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Total number of elements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Key-Value pairs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info["name"]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No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{}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dict = {}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All keys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All values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List of tuples of key-value pairs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Returns None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Raises KeyError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dict[k] = v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Nested Dictionary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Unordered collection of unique elements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s = set()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Duplicates are ignored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set.add()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union()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intersection()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Empties all elements from set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No, sets are unordered &amp; not indexable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False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Tuple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D) List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"aaa"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//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3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1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type(obj)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None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def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2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break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C) continue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pass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A) New string unmodified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False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is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in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NEXT QUESTION  →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87171"/>
                </a:solidFill>
              </a:defRPr>
            </a:pPr>
            <a:r>
              <a:t>✗ WRONG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Q100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</a:defRPr>
            </a:pPr>
            <a:r>
              <a:t>Correct Answer: B) True</a:t>
            </a:r>
          </a:p>
        </p:txBody>
      </p:sp>
      <p:sp>
        <p:nvSpPr>
          <p:cNvPr id="6" name="Rounded Rectangle 5">
            <a:hlinkClick r:id="rId2" action="ppaction://hlinksldjump"/>
          </p:cNvPr>
          <p:cNvSpPr/>
          <p:nvPr/>
        </p:nvSpPr>
        <p:spPr>
          <a:xfrm>
            <a:off x="3657600" y="4389120"/>
            <a:ext cx="4876495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FINISH QUIZ  →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EA5E9"/>
                </a:solidFill>
              </a:defRPr>
            </a:pPr>
            <a:r>
              <a:t>🎉 QUIZ COMPLETE!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</a:defRPr>
            </a:pPr>
            <a:r>
              <a:t>You have reached the end of the 100-question Python quiz.</a:t>
            </a:r>
          </a:p>
        </p:txBody>
      </p:sp>
      <p:sp>
        <p:nvSpPr>
          <p:cNvPr id="5" name="Rounded Rectangle 4">
            <a:hlinkClick r:id="rId2" action="ppaction://hlinksldjump"/>
          </p:cNvPr>
          <p:cNvSpPr/>
          <p:nvPr/>
        </p:nvSpPr>
        <p:spPr>
          <a:xfrm>
            <a:off x="3977639" y="4206240"/>
            <a:ext cx="4251960" cy="914400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RESTART QUIZ  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6536</Words>
  <Application>Microsoft Office PowerPoint</Application>
  <PresentationFormat>Widescreen</PresentationFormat>
  <Paragraphs>1407</Paragraphs>
  <Slides>302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302</vt:i4>
      </vt:variant>
    </vt:vector>
  </HeadingPairs>
  <TitlesOfParts>
    <vt:vector size="30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Ayush Kumar</cp:lastModifiedBy>
  <cp:revision>2</cp:revision>
  <dcterms:created xsi:type="dcterms:W3CDTF">2013-01-27T09:14:16Z</dcterms:created>
  <dcterms:modified xsi:type="dcterms:W3CDTF">2026-10-01T03:55:49Z</dcterms:modified>
  <cp:category/>
</cp:coreProperties>
</file>